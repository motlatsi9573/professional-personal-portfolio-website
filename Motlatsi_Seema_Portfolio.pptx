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NO. MS—2024  //  CLASSIFICATION: OPEN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MOTLATSI
</a:t>
            </a:r>
            <a:pPr algn="l" indent="0" marL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35D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SEEMA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ANALYST  ·  ETHICAL HACKER  ·  DATA ANALYST (EXCEL &amp; SQL)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at the meeting point of data and security. I collect and structure information using Excel and SQL, and I protect that information from malicious activity as a certified cybersecurity analyst and ethical hacker.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440680"/>
            <a:ext cx="2318004" cy="329184"/>
          </a:xfrm>
          <a:prstGeom prst="rect">
            <a:avLst/>
          </a:prstGeom>
          <a:solidFill>
            <a:srgbClr val="0D1420"/>
          </a:solidFill>
          <a:ln w="12700">
            <a:solidFill>
              <a:srgbClr val="35D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40680"/>
            <a:ext cx="23180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TO INTERNSHIPS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95244" y="5440680"/>
            <a:ext cx="2107692" cy="329184"/>
          </a:xfrm>
          <a:prstGeom prst="rect">
            <a:avLst/>
          </a:prstGeom>
          <a:solidFill>
            <a:srgbClr val="0D1420"/>
          </a:solidFill>
          <a:ln w="12700">
            <a:solidFill>
              <a:srgbClr val="35D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5244" y="5440680"/>
            <a:ext cx="21076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ENTRY-LEVEL ROLES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5852160"/>
            <a:ext cx="2318004" cy="329184"/>
          </a:xfrm>
          <a:prstGeom prst="rect">
            <a:avLst/>
          </a:prstGeom>
          <a:solidFill>
            <a:srgbClr val="0D1420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852160"/>
            <a:ext cx="23180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OPERATIONS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95244" y="5852160"/>
            <a:ext cx="1687068" cy="329184"/>
          </a:xfrm>
          <a:prstGeom prst="rect">
            <a:avLst/>
          </a:prstGeom>
          <a:solidFill>
            <a:srgbClr val="0D1420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5244" y="5852160"/>
            <a:ext cx="16870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4251960"/>
            <a:ext cx="3611880" cy="196596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STATUS: ACTIVE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83880" y="4736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opportunities — available immediately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83880" y="5257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motlatsisandileseema06@gmail.com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073 885 7168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Africa  ·  Alpvest Institute for Future Tech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MONITORING · CANDIDATE ACTIVE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4152" y="73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ABOUT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40664"/>
            <a:ext cx="82296" cy="82296"/>
          </a:xfrm>
          <a:prstGeom prst="rect">
            <a:avLst/>
          </a:prstGeom>
          <a:solidFill>
            <a:srgbClr val="35D6C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6309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ABOUT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Thinks like an attacker, works like an analyst.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6675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trained at the Alpvest Institute for Future Tech, where I completed my ethical hacking, cybersecurity analyst and Excel certifications, and I completed the IT in Business course through HP LIFE. That mix taught me to think like an attacker, work like an analyst, and explain the risk in plain business language.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currently open to internships and entry-level opportunities in cybersecurity, security operations and data analysis, where I can keep building practical experience while adding real value to a team.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0" y="1965960"/>
            <a:ext cx="3794760" cy="393192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194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24505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01000" y="3108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01000" y="33649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Data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1000" y="40233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1000" y="42793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internships &amp; entry-level roles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01000" y="4937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51937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Alpvest Institute for Future Tech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ABOUT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31352" y="6473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MOTLATSI SEEMA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MONITORING · CANDIDATE ACTIVE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4152" y="73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SKILLS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40664"/>
            <a:ext cx="82296" cy="82296"/>
          </a:xfrm>
          <a:prstGeom prst="rect">
            <a:avLst/>
          </a:prstGeom>
          <a:solidFill>
            <a:srgbClr val="35D6C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6309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SKILLS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and soft skills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257800" cy="443484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395728"/>
            <a:ext cx="4709160" cy="0"/>
          </a:xfrm>
          <a:prstGeom prst="line">
            <a:avLst/>
          </a:prstGeom>
          <a:noFill/>
          <a:ln w="12700">
            <a:solidFill>
              <a:srgbClr val="213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87168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data protection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841752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14400" y="2896616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251200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4400" y="3306064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660648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0" y="3715512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070096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4400" y="4124960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479544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14400" y="4534408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collection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4888992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14400" y="4943856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(advanced)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5298440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14400" y="5353304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5707888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14400" y="5762752"/>
            <a:ext cx="4709160" cy="354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reporting &amp; dashboards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6117336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63640" y="1828800"/>
            <a:ext cx="5257800" cy="443484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0299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 SKILLS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2395728"/>
            <a:ext cx="4709160" cy="0"/>
          </a:xfrm>
          <a:prstGeom prst="line">
            <a:avLst/>
          </a:prstGeom>
          <a:noFill/>
          <a:ln w="12700">
            <a:solidFill>
              <a:srgbClr val="2130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487168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2892933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537960" y="2947797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37960" y="3353562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537960" y="3408426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37960" y="3814191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537960" y="3869055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37960" y="4274820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537960" y="4329684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537960" y="4735449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537960" y="4790313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discretion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37960" y="5196078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537960" y="5250942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37960" y="5656707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537960" y="5711571"/>
            <a:ext cx="4709160" cy="405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DB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537960" y="6117336"/>
            <a:ext cx="4709160" cy="0"/>
          </a:xfrm>
          <a:prstGeom prst="line">
            <a:avLst/>
          </a:prstGeom>
          <a:noFill/>
          <a:ln w="6350">
            <a:solidFill>
              <a:srgbClr val="213049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57200" y="6473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SKILLS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31352" y="6473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MOTLATSI SEEMA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MONITORING · CANDIDATE ACTIVE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4152" y="73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PROJECTS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40664"/>
            <a:ext cx="82296" cy="82296"/>
          </a:xfrm>
          <a:prstGeom prst="rect">
            <a:avLst/>
          </a:prstGeom>
          <a:solidFill>
            <a:srgbClr val="35D6C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6309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PROJECTS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work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566160" cy="425196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671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#001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AI · Python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Classification: Threat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Malicious Activity Detector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server traffic and behaviour, learns what normal looks like, and flags suspicious activity before it becomes a breach.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5394960"/>
            <a:ext cx="758952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394960"/>
            <a:ext cx="75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19072" y="5394960"/>
            <a:ext cx="1714500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9072" y="5394960"/>
            <a:ext cx="1714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Detection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5760720"/>
            <a:ext cx="1280160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7607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62272" y="1965960"/>
            <a:ext cx="3566160" cy="425196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1671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#002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90872" y="24231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Full-stack web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0872" y="26517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Classification: Public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0872" y="3017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News &amp; History Platform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690872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built website where anyone can follow current news, designed so the next generation can study the history being made now.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90872" y="5394960"/>
            <a:ext cx="1106424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539496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Full-Stack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88736" y="5394960"/>
            <a:ext cx="1627632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53949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Archives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90872" y="5760720"/>
            <a:ext cx="1367028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5760720"/>
            <a:ext cx="13670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 UI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84464" y="1965960"/>
            <a:ext cx="3566160" cy="425196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13064" y="21671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#003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13064" y="24231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Market data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13064" y="26517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Classification: Trend Intelligence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13064" y="3017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Trading AI Tracker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8513064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stock market, follows price movement and surfaces trading signals and trends from live market data.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513064" y="5394960"/>
            <a:ext cx="411480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13064" y="53949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15984" y="5394960"/>
            <a:ext cx="1193292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15984" y="5394960"/>
            <a:ext cx="11932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Data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300716" y="5394960"/>
            <a:ext cx="1019556" cy="29260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00716" y="5394960"/>
            <a:ext cx="1019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PROJECTS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31352" y="6473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MOTLATSI SEEMA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MONITORING · CANDIDATE ACTIVE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4152" y="73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EDUCATION &amp; CERTS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40664"/>
            <a:ext cx="82296" cy="82296"/>
          </a:xfrm>
          <a:prstGeom prst="rect">
            <a:avLst/>
          </a:prstGeom>
          <a:solidFill>
            <a:srgbClr val="35D6C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6309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EDUCATION &amp; CERTIFICATIONS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certifications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257800" cy="443484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395728"/>
            <a:ext cx="4709160" cy="0"/>
          </a:xfrm>
          <a:prstGeom prst="line">
            <a:avLst/>
          </a:prstGeom>
          <a:noFill/>
          <a:ln w="12700">
            <a:solidFill>
              <a:srgbClr val="2130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560320"/>
            <a:ext cx="0" cy="1078992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560320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35D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487168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70432" y="270662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&amp; Data Training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70432" y="29900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Alpvest Institute for Future Tech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3803904"/>
            <a:ext cx="0" cy="1078992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3803904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35D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730752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COURSE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70432" y="39502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 Business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70432" y="423367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LIFE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" y="5047488"/>
            <a:ext cx="0" cy="1078992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5047488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35D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974336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519379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70432" y="547725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Cacamezela High School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1828800"/>
            <a:ext cx="5257800" cy="443484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0299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2395728"/>
            <a:ext cx="4709160" cy="0"/>
          </a:xfrm>
          <a:prstGeom prst="line">
            <a:avLst/>
          </a:prstGeom>
          <a:noFill/>
          <a:ln w="12700">
            <a:solidFill>
              <a:srgbClr val="2130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2560320"/>
            <a:ext cx="0" cy="768096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672" y="2560320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2487168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93992" y="270662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Ethical Hacker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793992" y="29900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Alpvest Institute for Future Tech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0" y="3493008"/>
            <a:ext cx="0" cy="768096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9672" y="3493008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3419856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CERTIFICATION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93992" y="36393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Analyst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793992" y="392277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Alpvest Institute for Future Tech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83680" y="4425696"/>
            <a:ext cx="0" cy="768096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9672" y="4425696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992" y="4352544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93992" y="45720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 Certification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793992" y="485546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Alpvest Institute for Future Tech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83680" y="5358384"/>
            <a:ext cx="0" cy="768096"/>
          </a:xfrm>
          <a:prstGeom prst="line">
            <a:avLst/>
          </a:prstGeom>
          <a:noFill/>
          <a:ln w="19050">
            <a:solidFill>
              <a:srgbClr val="2130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9672" y="5358384"/>
            <a:ext cx="118872" cy="118872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3992" y="5285232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93992" y="55046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 Business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793992" y="57881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LIFE Online Course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EDUCATION &amp; CERTIFICATIONS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31352" y="6473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MOTLATSI SEEMA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D1420"/>
          </a:solidFill>
          <a:ln w="9525">
            <a:solidFill>
              <a:srgbClr val="21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91440" cy="91440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MONITORING · CANDIDATE ACTIVE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74152" y="73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CONTACT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877824"/>
            <a:ext cx="82296" cy="82296"/>
          </a:xfrm>
          <a:prstGeom prst="rect">
            <a:avLst/>
          </a:prstGeom>
          <a:solidFill>
            <a:srgbClr val="35D6C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768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5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CONTACT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work together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internships and entry-level opportunities in cybersecurity, security operations and data analysis. Reach out — I reply quickly.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6400800" cy="566928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346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834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motlatsisandileseema06@gmail.com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6400800" cy="566928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4787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5478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073 885 7168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1874520"/>
            <a:ext cx="3794760" cy="4114800"/>
          </a:xfrm>
          <a:prstGeom prst="rect">
            <a:avLst/>
          </a:prstGeom>
          <a:solidFill>
            <a:srgbClr val="101827"/>
          </a:solidFill>
          <a:ln w="12700">
            <a:solidFill>
              <a:srgbClr val="213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STATUS: ACTIVE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opportunities — available immediately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246120"/>
            <a:ext cx="3246120" cy="0"/>
          </a:xfrm>
          <a:prstGeom prst="line">
            <a:avLst/>
          </a:prstGeom>
          <a:noFill/>
          <a:ln w="12700">
            <a:solidFill>
              <a:srgbClr val="213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NO. MS—2024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749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Cybersecurity Analyst,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 &amp; Data Analyst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(Excel &amp; SQL)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5394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Africa · Alpvest Institute for Future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Motlatsi Seema — Built with care, secured by design.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2026-08-25T13:26:13Z</dcterms:created>
  <dcterms:modified xsi:type="dcterms:W3CDTF">2026-08-25T13:26:13Z</dcterms:modified>
</cp:coreProperties>
</file>